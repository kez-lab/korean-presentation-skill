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Hero
note: [오프닝] 상온 양자 오류를 극복하고 대규모 시뮬레이션을 가속하는 Q-GPU 하이브리드 아키텍처를 발표합니다.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Split Agenda
note: [아젠다] 4단계로 나누어 양자 노이즈 극복과 실증 성과를 설명하겠습니다.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Big Stats
note: [성과] 1200배 속도 향상과 99.98% 오류 보정을 달성했습니다.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Closing
note: [마무리] 경청해 주셔서 감사합니다. 질문을 받겠습니다.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2026-08-23T13:29:41Z</dcterms:created>
  <dcterms:modified xsi:type="dcterms:W3CDTF">2026-08-23T13:29:41Z</dcterms:modified>
</cp:coreProperties>
</file>