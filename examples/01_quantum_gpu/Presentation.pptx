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Terminal Hero
note: 양자 터미널 기반 분산 가속 엔진의 아키텍처와 성능 지표를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Table &amp; Registers
note: 클래시컬 HPC 및 단독 NISQ 대비 1200배 빠른 처리 속도 비교표입니다.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2026-08-23T13:55:40Z</dcterms:created>
  <dcterms:modified xsi:type="dcterms:W3CDTF">2026-08-23T13:55:40Z</dcterms:modified>
</cp:coreProperties>
</file>