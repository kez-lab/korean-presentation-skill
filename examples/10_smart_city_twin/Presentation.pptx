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Public Dashboard Layout
note: 공공 스마트시티 대시보드 형태의 4분할 실시간 관제 슬라이드입니다.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Gov Infrastructure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2026-08-23T13:56:38Z</dcterms:created>
  <dcterms:modified xsi:type="dcterms:W3CDTF">2026-08-23T13:56:38Z</dcterms:modified>
</cp:coreProperties>
</file>