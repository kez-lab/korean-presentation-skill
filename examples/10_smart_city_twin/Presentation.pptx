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
note: [오프닝] 도시 안전과 재난 예방을 위한 실시간 3D 디지털 트윈 관제 체계를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Big Stats
note: [성과] 골든타임 5분 확보와 긴급 출동 시간 41% 단축을 달성했습니다.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Closing
note: [마무리] 경청해 주셔서 감사합니다. 질문을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2026-08-23T13:30:40Z</dcterms:created>
  <dcterms:modified xsi:type="dcterms:W3CDTF">2026-08-23T13:30:40Z</dcterms:modified>
</cp:coreProperties>
</file>