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
note: [오프닝] 실시간 LED 월과 언리얼 엔진 5 기반의 차세대 버추얼 프로덕션 파이프라인을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Big Stats
note: [성과] 120FPS 8K 렌더링과 72%의 후반 작업 기간 단축을 달성했습니다.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Closing
note: [마무리] 경청해 주셔서 감사합니다. 질문을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2026-08-23T13:30:15Z</dcterms:created>
  <dcterms:modified xsi:type="dcterms:W3CDTF">2026-08-23T13:30:15Z</dcterms:modified>
</cp:coreProperties>
</file>