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Cyberpunk HUD Hero
note: 언리얼 엔진 5 기반 실시간 버추얼 프로덕션 HUD 스펙입니다.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Cyberpunk Tech 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2026-08-23T13:56:12Z</dcterms:created>
  <dcterms:modified xsi:type="dcterms:W3CDTF">2026-08-23T13:56:12Z</dcterms:modified>
</cp:coreProperties>
</file>