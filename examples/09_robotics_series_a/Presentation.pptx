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Giant Bold Impact Cover
note: 시리즈 A 피치덱의 강렬한 매출 트랙션과 420% 성장률 지표입니다.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Bold Problem vs Solution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2026-08-23T13:56:31Z</dcterms:created>
  <dcterms:modified xsi:type="dcterms:W3CDTF">2026-08-23T13:56:31Z</dcterms:modified>
</cp:coreProperties>
</file>