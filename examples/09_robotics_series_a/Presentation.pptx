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1,000대 군집 로봇을 실시간 관제하는 시리즈 A 투자 피치를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Big Stats
note: [트랙션] 연매출 8.4M 달러와 420% 성장률로 시장을 선점하고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Closing
note: [마무리] 경청해 주셔서 감사합니다. 투자자 여러분의 질문을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2026-08-23T13:30:34Z</dcterms:created>
  <dcterms:modified xsi:type="dcterms:W3CDTF">2026-08-23T13:30:34Z</dcterms:modified>
</cp:coreProperties>
</file>