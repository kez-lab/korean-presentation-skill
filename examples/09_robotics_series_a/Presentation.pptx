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시리즈 A 피치덱의 강렬한 매출 트랙션과 420% 성장률 지표입니다.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476220"/>
            <a:ext cx="1773753" cy="38697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7670" y="511424"/>
            <a:ext cx="1728948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6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DECK</a:t>
            </a:r>
            <a:endParaRPr lang="en-US" sz="1631" dirty="0"/>
          </a:p>
        </p:txBody>
      </p:sp>
      <p:sp>
        <p:nvSpPr>
          <p:cNvPr id="4" name="Text 2"/>
          <p:cNvSpPr txBox="1"/>
          <p:nvPr/>
        </p:nvSpPr>
        <p:spPr>
          <a:xfrm>
            <a:off x="552480" y="959480"/>
            <a:ext cx="110871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64"/>
              </a:lnSpc>
              <a:buNone/>
            </a:pPr>
            <a:r>
              <a:rPr lang="en-US" sz="5220" b="1" spc="-65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무인 물류를 위한</a:t>
            </a:r>
            <a:endParaRPr lang="en-US" sz="5220" dirty="0"/>
          </a:p>
          <a:p>
            <a:pPr algn="l" indent="0" marL="0">
              <a:lnSpc>
                <a:spcPts val="6264"/>
              </a:lnSpc>
              <a:buNone/>
            </a:pPr>
            <a:r>
              <a:rPr lang="en-US" sz="5220" b="1" spc="-65" kern="0" dirty="0">
                <a:solidFill>
                  <a:srgbClr val="FF6B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군집 로봇 오케스트레이션</a:t>
            </a:r>
            <a:endParaRPr lang="en-US" sz="5220" dirty="0"/>
          </a:p>
        </p:txBody>
      </p:sp>
      <p:sp>
        <p:nvSpPr>
          <p:cNvPr id="5" name="Shape 3"/>
          <p:cNvSpPr/>
          <p:nvPr/>
        </p:nvSpPr>
        <p:spPr>
          <a:xfrm>
            <a:off x="571500" y="5358293"/>
            <a:ext cx="11048970" cy="1902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52480" y="3690518"/>
            <a:ext cx="582088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-65" kern="0" dirty="0">
                <a:solidFill>
                  <a:srgbClr val="A3A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ANNUAL RECURRING REVENUE (ARR)</a:t>
            </a:r>
            <a:endParaRPr lang="en-US" sz="1020" dirty="0"/>
          </a:p>
        </p:txBody>
      </p:sp>
      <p:sp>
        <p:nvSpPr>
          <p:cNvPr id="7" name="Text 5"/>
          <p:cNvSpPr txBox="1"/>
          <p:nvPr/>
        </p:nvSpPr>
        <p:spPr>
          <a:xfrm>
            <a:off x="552480" y="3879525"/>
            <a:ext cx="5820888" cy="124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88"/>
              </a:lnSpc>
              <a:buNone/>
            </a:pPr>
            <a:r>
              <a:rPr lang="en-US" sz="9788" b="1" spc="-65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$8.4M</a:t>
            </a:r>
            <a:endParaRPr lang="en-US" sz="9788" dirty="0"/>
          </a:p>
        </p:txBody>
      </p:sp>
      <p:sp>
        <p:nvSpPr>
          <p:cNvPr id="8" name="Text 6"/>
          <p:cNvSpPr txBox="1"/>
          <p:nvPr/>
        </p:nvSpPr>
        <p:spPr>
          <a:xfrm>
            <a:off x="6229350" y="3690518"/>
            <a:ext cx="582088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-65" kern="0" dirty="0">
                <a:solidFill>
                  <a:srgbClr val="A3A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YEAR-OVER-YEAR GROWTH</a:t>
            </a:r>
            <a:endParaRPr lang="en-US" sz="1020" dirty="0"/>
          </a:p>
        </p:txBody>
      </p:sp>
      <p:sp>
        <p:nvSpPr>
          <p:cNvPr id="9" name="Text 7"/>
          <p:cNvSpPr txBox="1"/>
          <p:nvPr/>
        </p:nvSpPr>
        <p:spPr>
          <a:xfrm>
            <a:off x="6229350" y="3879525"/>
            <a:ext cx="5820888" cy="124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88"/>
              </a:lnSpc>
              <a:buNone/>
            </a:pPr>
            <a:r>
              <a:rPr lang="en-US" sz="9788" b="1" spc="-6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+420%</a:t>
            </a:r>
            <a:endParaRPr lang="en-US" sz="9788" dirty="0"/>
          </a:p>
        </p:txBody>
      </p:sp>
      <p:sp>
        <p:nvSpPr>
          <p:cNvPr id="10" name="Text 8"/>
          <p:cNvSpPr txBox="1"/>
          <p:nvPr/>
        </p:nvSpPr>
        <p:spPr>
          <a:xfrm>
            <a:off x="552480" y="6212342"/>
            <a:ext cx="17566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spc="-65" kern="0" dirty="0">
                <a:solidFill>
                  <a:srgbClr val="7373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ROBOTICS-X INC. • CONFIDENTIAL</a:t>
            </a:r>
            <a:endParaRPr lang="en-US" sz="960" dirty="0"/>
          </a:p>
        </p:txBody>
      </p:sp>
      <p:sp>
        <p:nvSpPr>
          <p:cNvPr id="11" name="Text 9"/>
          <p:cNvSpPr txBox="1"/>
          <p:nvPr/>
        </p:nvSpPr>
        <p:spPr>
          <a:xfrm>
            <a:off x="10268986" y="6212342"/>
            <a:ext cx="145810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spc="-65" kern="0" dirty="0">
                <a:solidFill>
                  <a:srgbClr val="7373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SERIES A $10M ROUND OPEN</a:t>
            </a:r>
            <a:endParaRPr lang="en-US" sz="9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476220"/>
            <a:ext cx="2677546" cy="38697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7670" y="511424"/>
            <a:ext cx="27050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6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631" dirty="0"/>
          </a:p>
        </p:txBody>
      </p:sp>
      <p:sp>
        <p:nvSpPr>
          <p:cNvPr id="4" name="Text 2"/>
          <p:cNvSpPr txBox="1"/>
          <p:nvPr/>
        </p:nvSpPr>
        <p:spPr>
          <a:xfrm>
            <a:off x="552480" y="943021"/>
            <a:ext cx="1195194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60" b="1" spc="-65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전통 물류 풀필먼트의 한계 vs 로보틱스X</a:t>
            </a:r>
            <a:endParaRPr lang="en-US" sz="2160" dirty="0"/>
          </a:p>
        </p:txBody>
      </p:sp>
      <p:sp>
        <p:nvSpPr>
          <p:cNvPr id="5" name="Shape 3"/>
          <p:cNvSpPr/>
          <p:nvPr/>
        </p:nvSpPr>
        <p:spPr>
          <a:xfrm>
            <a:off x="571500" y="3116824"/>
            <a:ext cx="5410230" cy="1444386"/>
          </a:xfrm>
          <a:prstGeom prst="roundRect">
            <a:avLst>
              <a:gd name="adj" fmla="val 5273"/>
            </a:avLst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0590" y="3348350"/>
            <a:ext cx="5347686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b="1" spc="-65" kern="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OLD WAY: 수작업 &amp; 단일 AGV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790590" y="3674059"/>
            <a:ext cx="497205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2"/>
              </a:lnSpc>
              <a:buNone/>
            </a:pPr>
            <a:r>
              <a:rPr lang="en-US" sz="1020" spc="-65" kern="0" dirty="0">
                <a:solidFill>
                  <a:srgbClr val="A3A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물류 피크타임 시 300% 병목 및 오배송 급증</a:t>
            </a:r>
            <a:endParaRPr lang="en-US" sz="102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020" spc="-65" kern="0" dirty="0">
                <a:solidFill>
                  <a:srgbClr val="A3A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단일 로봇 충돌 시 전체 라인 셧다운</a:t>
            </a:r>
            <a:endParaRPr lang="en-US" sz="102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020" spc="-65" kern="0" dirty="0">
                <a:solidFill>
                  <a:srgbClr val="A3A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설치에만 12개월 이상 소요되는 고비용 인프라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210330" y="3116824"/>
            <a:ext cx="5410230" cy="1444386"/>
          </a:xfrm>
          <a:prstGeom prst="roundRect">
            <a:avLst>
              <a:gd name="adj" fmla="val 5273"/>
            </a:avLst>
          </a:prstGeom>
          <a:solidFill>
            <a:srgbClr val="1A0D00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38930" y="3357860"/>
            <a:ext cx="5327112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b="1" spc="-65" kern="0" dirty="0">
                <a:solidFill>
                  <a:srgbClr val="FF6B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ROBOTICS-X WAY: 자율 군집</a:t>
            </a:r>
            <a:endParaRPr lang="en-US" sz="1320" dirty="0"/>
          </a:p>
        </p:txBody>
      </p:sp>
      <p:sp>
        <p:nvSpPr>
          <p:cNvPr id="10" name="Text 8"/>
          <p:cNvSpPr txBox="1"/>
          <p:nvPr/>
        </p:nvSpPr>
        <p:spPr>
          <a:xfrm>
            <a:off x="6438930" y="3683569"/>
            <a:ext cx="49530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2"/>
              </a:lnSpc>
              <a:buNone/>
            </a:pPr>
            <a:r>
              <a:rPr lang="en-US" sz="1020" spc="-65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1,000대 로봇 실시간 무충돌 자율 경로 생성</a:t>
            </a:r>
            <a:endParaRPr lang="en-US" sz="102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020" spc="-65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2주 만에 기존 창고에 즉시 플러그앤플레이</a:t>
            </a:r>
            <a:endParaRPr lang="en-US" sz="102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020" spc="-65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고객사 물류비 60% 절감으로 8개월 내 ROI 실현</a:t>
            </a:r>
            <a:endParaRPr lang="en-US" sz="1020" dirty="0"/>
          </a:p>
        </p:txBody>
      </p:sp>
      <p:sp>
        <p:nvSpPr>
          <p:cNvPr id="11" name="Text 9"/>
          <p:cNvSpPr txBox="1"/>
          <p:nvPr/>
        </p:nvSpPr>
        <p:spPr>
          <a:xfrm>
            <a:off x="-312450" y="6224595"/>
            <a:ext cx="119519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b="1" spc="-65" kern="0" dirty="0">
                <a:solidFill>
                  <a:srgbClr val="FF6B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BY 12 ENTERPRISE FULFILLMENT CENTERS IN KOREA &amp; US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Generated from an audited HTML preview</dc:subject>
  <dc:creator>korean-presentation-skill</dc:creator>
  <cp:lastModifiedBy>korean-presentation-skill</cp:lastModifiedBy>
  <cp:revision>1</cp:revision>
  <dcterms:created xsi:type="dcterms:W3CDTF">2026-09-06T09:53:40Z</dcterms:created>
  <dcterms:modified xsi:type="dcterms:W3CDTF">2026-09-06T09:53:40Z</dcterms:modified>
</cp:coreProperties>
</file>