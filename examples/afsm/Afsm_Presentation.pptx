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Hero Cover Slide (Gravity Space-Between)
note: [오프닝 멘트] 안드로이드 개발자라면 누구나 한 번쯤 겪는 Boolean 상태 폭발 문제를 순수 Kotlin FSM으로 해결하는 Afsm 라이브러리를 소개합니다.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Contents Slide (Asymmetric Center Balance Split)
note: [목차 안내] 1부 문제점부터 4부 도입 기준까지 4개 핵심 파트로 나누어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Problem Statement (Unified Glassmorphism 3 Cards)
note: [문제점 설명] Boolean 중심의 ViewModel이 겪는 3대 구조적 한계입니다.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Key Paradigm Shift (Center Focus Quote with Dual Highlights)
note: [패러다임 전환] 상태 값 변경 중심에서 이벤트 수용 가능 여부 중심으로의 철학 전환을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Core Concepts 3 Pillars (Unified Glassmorphism Pillars)
note: [핵심 개념] 3개 타입의 역할을 컬러 코딩으로 명확히 구분합니다.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Architecture &amp; Data Flow Diagram (Unified Glassmorphism Flow)
Horizontal Flow
note: [아키텍처 흐름] UDF 파이프라인과 순수 머신/ViewModel의 명확한 역할 분담을 보여줍니다.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Engineering Values (Unified Glassmorphism 3 Big Stats)
note: [엔지니어링 가치] 0ms 테스트, 100% 다이어그램 일치, 0 Error 격리의 가치를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Conclusion &amp; Action Slide (Unified Glassmorphism Summary &amp; CTA)
note: [마무리 멘트] 3가지 요약과 GitHub 링크를 안내하며 발표를 마무리합니다. 경청해 주셔서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2026-08-22T18:13:30Z</dcterms:created>
  <dcterms:modified xsi:type="dcterms:W3CDTF">2026-08-22T18:13:30Z</dcterms:modified>
</cp:coreProperties>
</file>