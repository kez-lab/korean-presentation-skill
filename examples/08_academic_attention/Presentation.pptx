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100만 토큰을 선형 시간 복잡도 O(N)으로 처리하는 새로운 어텐션 이론을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Big Stats
note: [이론 결과] O(N) 복잡도와 99.8% 검색 회수율을 입증하였습니다.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Closing
note: [마무리] 경청해 주셔서 감사합니다. 질의응답을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2026-08-23T13:30:27Z</dcterms:created>
  <dcterms:modified xsi:type="dcterms:W3CDTF">2026-08-23T13:30:27Z</dcterms:modified>
</cp:coreProperties>
</file>