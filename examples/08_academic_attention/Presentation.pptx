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Academic Paper Layout
note: NeurIPS 오럴 논문의 이론적 증명과 선형 복잡도 수식 설명입니다.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Academic Benchmark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2026-08-23T13:56:25Z</dcterms:created>
  <dcterms:modified xsi:type="dcterms:W3CDTF">2026-08-23T13:56:25Z</dcterms:modified>
</cp:coreProperties>
</file>