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Hero
note: [오프닝] 나노초 단위 주문 처리와 실시간 리스크 헤징을 제공하는 FPGA HFT 엔진을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Big Stats
note: [지표] 380나노초 지연시간과 샤프지수 4.2를 달성했습니다.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Closing
note: [마무리] 경청해 주셔서 감사합니다. 질문을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2026-08-23T13:30:08Z</dcterms:created>
  <dcterms:modified xsi:type="dcterms:W3CDTF">2026-08-23T13:30:08Z</dcterms:modified>
</cp:coreProperties>
</file>