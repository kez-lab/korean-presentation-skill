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Terminal Header &amp; Orderbook Depth
note: FPGA 기반 380나노초 초저지연 트레이딩 엔진의 호가창 처리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Microsecond Tick Pipeline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2026-08-23T13:56:05Z</dcterms:created>
  <dcterms:modified xsi:type="dcterms:W3CDTF">2026-08-23T13:56:05Z</dcterms:modified>
</cp:coreProperties>
</file>