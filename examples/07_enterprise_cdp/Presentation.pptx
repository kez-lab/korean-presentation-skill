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분산된 고객 데이터를 실시간 단일 뷰로 통합하는 엔터프라이즈 CDP 플랫폼을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[성과] 전환율 340% 향상과 50ms 실시간 업데이트를 보장합니다.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2026-08-23T13:30:21Z</dcterms:created>
  <dcterms:modified xsi:type="dcterms:W3CDTF">2026-08-23T13:30:21Z</dcterms:modified>
</cp:coreProperties>
</file>