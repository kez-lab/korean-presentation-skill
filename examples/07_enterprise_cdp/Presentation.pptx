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Modern Linear SaaS Hero
note: 리니어 스타일 모던 B2B SaaS 고객 데이터 플랫폼 소개입니다.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SaaS Architecture Pillars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2026-08-23T13:56:18Z</dcterms:created>
  <dcterms:modified xsi:type="dcterms:W3CDTF">2026-08-23T13:56:18Z</dcterms:modified>
</cp:coreProperties>
</file>