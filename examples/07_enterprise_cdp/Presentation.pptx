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리니어 스타일 모던 B2B SaaS 고객 데이터 플랫폼 소개입니다.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04840"/>
            <a:ext cx="2413467" cy="374447"/>
          </a:xfrm>
          <a:prstGeom prst="roundRect">
            <a:avLst>
              <a:gd name="adj" fmla="val 49988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541416"/>
            <a:ext cx="2358146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PLATFORM</a:t>
            </a:r>
            <a:endParaRPr lang="en-US" sz="1566" dirty="0"/>
          </a:p>
        </p:txBody>
      </p:sp>
      <p:sp>
        <p:nvSpPr>
          <p:cNvPr id="4" name="Text 2"/>
          <p:cNvSpPr txBox="1"/>
          <p:nvPr/>
        </p:nvSpPr>
        <p:spPr>
          <a:xfrm>
            <a:off x="552480" y="947044"/>
            <a:ext cx="11087100" cy="1519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1"/>
              </a:lnSpc>
              <a:buNone/>
            </a:pPr>
            <a:r>
              <a:rPr lang="en-US" sz="4785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옴니채널 고객 데이터 통합을 위한</a:t>
            </a:r>
            <a:endParaRPr lang="en-US" sz="4785" dirty="0"/>
          </a:p>
          <a:p>
            <a:pPr algn="l" indent="0" marL="0">
              <a:lnSpc>
                <a:spcPts val="5981"/>
              </a:lnSpc>
              <a:buNone/>
            </a:pPr>
            <a:r>
              <a:rPr lang="en-US" sz="4785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AI-Native CDP 플랫폼</a:t>
            </a:r>
            <a:endParaRPr lang="en-US" sz="4785" dirty="0"/>
          </a:p>
        </p:txBody>
      </p:sp>
      <p:sp>
        <p:nvSpPr>
          <p:cNvPr id="5" name="Shape 3"/>
          <p:cNvSpPr/>
          <p:nvPr/>
        </p:nvSpPr>
        <p:spPr>
          <a:xfrm>
            <a:off x="571500" y="4343857"/>
            <a:ext cx="28621" cy="57131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3440" y="4416278"/>
            <a:ext cx="6228161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단일 고객 ID 실시간 매핑</a:t>
            </a:r>
            <a:endParaRPr lang="en-US" sz="1140" dirty="0"/>
          </a:p>
        </p:txBody>
      </p:sp>
      <p:sp>
        <p:nvSpPr>
          <p:cNvPr id="7" name="Text 5"/>
          <p:cNvSpPr txBox="1"/>
          <p:nvPr/>
        </p:nvSpPr>
        <p:spPr>
          <a:xfrm>
            <a:off x="733440" y="4655210"/>
            <a:ext cx="62281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결제, 웹로그, CS 상담 기록을 50ms 내 실시간 병합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571500" y="5029474"/>
            <a:ext cx="28621" cy="5713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3440" y="5101895"/>
            <a:ext cx="6228161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AI 자동 세그먼트 생성</a:t>
            </a:r>
            <a:endParaRPr lang="en-US" sz="1140" dirty="0"/>
          </a:p>
        </p:txBody>
      </p:sp>
      <p:sp>
        <p:nvSpPr>
          <p:cNvPr id="10" name="Text 8"/>
          <p:cNvSpPr txBox="1"/>
          <p:nvPr/>
        </p:nvSpPr>
        <p:spPr>
          <a:xfrm>
            <a:off x="733440" y="5340919"/>
            <a:ext cx="62281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확률 80% 이상 VIP 고객 자동 선별 및 트리거 발송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71500" y="5715183"/>
            <a:ext cx="28621" cy="5713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3440" y="5787603"/>
            <a:ext cx="6228161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200+ 엔터프라이즈 커넥터</a:t>
            </a:r>
            <a:endParaRPr lang="en-US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733440" y="6026536"/>
            <a:ext cx="62281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Salesforce, Snowflake, AWS와 노코드 즉시 연동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768389" y="4598975"/>
            <a:ext cx="4852172" cy="1546708"/>
          </a:xfrm>
          <a:prstGeom prst="roundRect">
            <a:avLst>
              <a:gd name="adj" fmla="val 739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56466" y="4837085"/>
            <a:ext cx="50760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CONVERSION LIFT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656466" y="5040904"/>
            <a:ext cx="5076017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360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+340%</a:t>
            </a:r>
            <a:endParaRPr lang="en-US" sz="3360" dirty="0"/>
          </a:p>
        </p:txBody>
      </p:sp>
      <p:sp>
        <p:nvSpPr>
          <p:cNvPr id="17" name="Text 15"/>
          <p:cNvSpPr txBox="1"/>
          <p:nvPr/>
        </p:nvSpPr>
        <p:spPr>
          <a:xfrm>
            <a:off x="6656466" y="5723778"/>
            <a:ext cx="507601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80여 개 대기업 실증 완료</a:t>
            </a:r>
            <a:endParaRPr lang="en-US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04840"/>
            <a:ext cx="2200046" cy="374447"/>
          </a:xfrm>
          <a:prstGeom prst="roundRect">
            <a:avLst>
              <a:gd name="adj" fmla="val 49988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541416"/>
            <a:ext cx="2127717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VALUE PILLARS</a:t>
            </a:r>
            <a:endParaRPr lang="en-US" sz="1566" dirty="0"/>
          </a:p>
        </p:txBody>
      </p:sp>
      <p:sp>
        <p:nvSpPr>
          <p:cNvPr id="4" name="Text 2"/>
          <p:cNvSpPr txBox="1"/>
          <p:nvPr/>
        </p:nvSpPr>
        <p:spPr>
          <a:xfrm>
            <a:off x="552480" y="926836"/>
            <a:ext cx="11951940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20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성장을 견인하는 3대 아키텍처</a:t>
            </a:r>
            <a:endParaRPr lang="en-US" sz="1920" dirty="0"/>
          </a:p>
        </p:txBody>
      </p:sp>
      <p:sp>
        <p:nvSpPr>
          <p:cNvPr id="5" name="Shape 3"/>
          <p:cNvSpPr/>
          <p:nvPr/>
        </p:nvSpPr>
        <p:spPr>
          <a:xfrm>
            <a:off x="571500" y="3270992"/>
            <a:ext cx="3581430" cy="1039856"/>
          </a:xfrm>
          <a:prstGeom prst="roundRect">
            <a:avLst>
              <a:gd name="adj" fmla="val 916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2460" y="3467222"/>
            <a:ext cx="3454878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데이터 스트리밍</a:t>
            </a:r>
            <a:endParaRPr lang="en-US" sz="1140" dirty="0"/>
          </a:p>
        </p:txBody>
      </p:sp>
      <p:sp>
        <p:nvSpPr>
          <p:cNvPr id="7" name="Text 5"/>
          <p:cNvSpPr txBox="1"/>
          <p:nvPr/>
        </p:nvSpPr>
        <p:spPr>
          <a:xfrm>
            <a:off x="752460" y="3744285"/>
            <a:ext cx="3219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50만 건의 트래픽을 지연 없이 처리하는 Apache Flink 기반 분산 엔진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305270" y="3270992"/>
            <a:ext cx="3581430" cy="1039856"/>
          </a:xfrm>
          <a:prstGeom prst="roundRect">
            <a:avLst>
              <a:gd name="adj" fmla="val 916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6321" y="3467222"/>
            <a:ext cx="3454878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행동 예측 세그먼트</a:t>
            </a:r>
            <a:endParaRPr lang="en-US" sz="1140" dirty="0"/>
          </a:p>
        </p:txBody>
      </p:sp>
      <p:sp>
        <p:nvSpPr>
          <p:cNvPr id="10" name="Text 8"/>
          <p:cNvSpPr txBox="1"/>
          <p:nvPr/>
        </p:nvSpPr>
        <p:spPr>
          <a:xfrm>
            <a:off x="4486321" y="3744285"/>
            <a:ext cx="34548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생애 가치(LTV)와 이탈 확률을 실시간으로 추론하여 마케팅 자동화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8039130" y="3270992"/>
            <a:ext cx="3581430" cy="1039856"/>
          </a:xfrm>
          <a:prstGeom prst="roundRect">
            <a:avLst>
              <a:gd name="adj" fmla="val 916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0090" y="3467222"/>
            <a:ext cx="3454878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보안 컴플라이언스</a:t>
            </a:r>
            <a:endParaRPr lang="en-US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8220090" y="3744285"/>
            <a:ext cx="3219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GDPR, SOC2 Type II, PIPA를 완벽히 준수하는 엔터프라이즈 암호화 체계</a:t>
            </a:r>
            <a:endParaRPr lang="en-US" sz="960" dirty="0"/>
          </a:p>
        </p:txBody>
      </p:sp>
      <p:sp>
        <p:nvSpPr>
          <p:cNvPr id="14" name="Text 12"/>
          <p:cNvSpPr txBox="1"/>
          <p:nvPr/>
        </p:nvSpPr>
        <p:spPr>
          <a:xfrm>
            <a:off x="-312450" y="6229350"/>
            <a:ext cx="128168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-54" kern="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TRUSTED BY 80+ GLOBAL ENTERPRISES ACROSS FINTECH, COMMERCE, AND MOBILITY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2026-09-06T13:28:43Z</dcterms:created>
  <dcterms:modified xsi:type="dcterms:W3CDTF">2026-09-06T13:28:43Z</dcterms:modified>
</cp:coreProperties>
</file>