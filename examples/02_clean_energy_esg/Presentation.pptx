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2030 탄소중립을 위한 지능형 재생에너지 분산 전력망 모델을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Breakdown
note: [핵심 해법] 3대 해법으로 발전 제약을 해소하고 전력망을 안정화합니다.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Big Stats
note: [정량 지표] 온실가스 48.5% 감축과 출력 제어 0%를 달성할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Closing
note: [마무리] 깨끗한 미래를 위한 질의응답 시간을 갖겠습니다.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2026-08-23T13:29:48Z</dcterms:created>
  <dcterms:modified xsi:type="dcterms:W3CDTF">2026-08-23T13:29:48Z</dcterms:modified>
</cp:coreProperties>
</file>