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Editorial Clean Cover
note: 재생에너지 2030 탄소중립 로드맵의 비전과 3대 정량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Horizontal Timeline 3 Steps
note: 2026년부터 2030년까지 3단계에 걸친 전력망 전환 타임라인입니다.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2026-08-23T13:55:47Z</dcterms:created>
  <dcterms:modified xsi:type="dcterms:W3CDTF">2026-08-23T13:55:47Z</dcterms:modified>
</cp:coreProperties>
</file>