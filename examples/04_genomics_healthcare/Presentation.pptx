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1: Clinical Clean Hero
note: 단일 세포 유전체 분석 기반 정밀 면역항암 플랫폼의 임상 지표입니다.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2: Clinical Matrix Comparison Table
note: 기존 화학요법 및 1세대 면역항암제 대비 월등한 반응률과 안전성 비교표입니다.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2026-08-23T13:55:59Z</dcterms:created>
  <dcterms:modified xsi:type="dcterms:W3CDTF">2026-08-23T13:55:59Z</dcterms:modified>
</cp:coreProperties>
</file>