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Hero
note: [오프닝] 단일 세포 수준에서 암 미세환경을 분석하여 맞춤형 면역 치료제를 도출하는 플랫폼을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Flow
note: [파이프라인] 4단계 자동화 파이프라인으로 타겟 발굴 시간을 6분의 1로 단축했습니다.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Big Stats
note: [임상 지표] 84.2%의 종양 감소율과 중대 독성 0건의 안전성을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Closing
note: [마무리] 경청해 주셔서 감사합니다. 질문을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2026-08-23T13:30:01Z</dcterms:created>
  <dcterms:modified xsi:type="dcterms:W3CDTF">2026-08-23T13:30:01Z</dcterms:modified>
</cp:coreProperties>
</file>