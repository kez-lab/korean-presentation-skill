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180년 전통의 제네바 워치메이킹 메종의 헤리티지 키노트입니다.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수작업 피니싱과 디지털 보증서의 조화를 강조하는 에디토리얼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670" y="474756"/>
            <a:ext cx="11746200" cy="29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9"/>
              </a:lnSpc>
              <a:buNone/>
            </a:pPr>
            <a:r>
              <a:rPr lang="en-US" sz="1566" b="1" spc="313" kern="0" dirty="0">
                <a:solidFill>
                  <a:srgbClr val="E5C0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GENÈVE • MAISON DE HAUTE HORLOGERIE</a:t>
            </a:r>
            <a:endParaRPr lang="en-US" sz="1566" dirty="0"/>
          </a:p>
        </p:txBody>
      </p:sp>
      <p:sp>
        <p:nvSpPr>
          <p:cNvPr id="3" name="Shape 1"/>
          <p:cNvSpPr/>
          <p:nvPr/>
        </p:nvSpPr>
        <p:spPr>
          <a:xfrm>
            <a:off x="666780" y="926836"/>
            <a:ext cx="10858500" cy="9510"/>
          </a:xfrm>
          <a:prstGeom prst="rect">
            <a:avLst/>
          </a:prstGeom>
          <a:solidFill>
            <a:srgbClr val="E5C07B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7670" y="1009040"/>
            <a:ext cx="10896630" cy="2032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4"/>
              </a:lnSpc>
              <a:buNone/>
            </a:pPr>
            <a:r>
              <a:rPr lang="en-US" sz="6960" b="1" spc="139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L’Art de la Précision</a:t>
            </a:r>
            <a:pPr algn="l" indent="0" marL="0">
              <a:lnSpc>
                <a:spcPts val="8004"/>
              </a:lnSpc>
              <a:buNone/>
            </a:pPr>
            <a:endParaRPr lang="en-US" sz="6960" dirty="0"/>
          </a:p>
          <a:p>
            <a:pPr algn="l" indent="0" marL="0">
              <a:lnSpc>
                <a:spcPts val="8004"/>
              </a:lnSpc>
              <a:buNone/>
            </a:pPr>
            <a:r>
              <a:rPr lang="en-US" sz="6960" b="1" spc="139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6960" dirty="0"/>
          </a:p>
          <a:p>
            <a:pPr algn="l" indent="0" marL="0">
              <a:lnSpc>
                <a:spcPts val="8004"/>
              </a:lnSpc>
              <a:buNone/>
            </a:pPr>
            <a:r>
              <a:rPr lang="en-US" sz="3120" b="1" i="1" spc="139" kern="0" dirty="0">
                <a:solidFill>
                  <a:srgbClr val="E5C0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 Years of Timeless Mastery</a:t>
            </a:r>
            <a:endParaRPr lang="en-US" sz="6960" dirty="0"/>
          </a:p>
        </p:txBody>
      </p:sp>
      <p:sp>
        <p:nvSpPr>
          <p:cNvPr id="5" name="Text 3"/>
          <p:cNvSpPr txBox="1"/>
          <p:nvPr/>
        </p:nvSpPr>
        <p:spPr>
          <a:xfrm>
            <a:off x="647670" y="3534796"/>
            <a:ext cx="670557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260" spc="-43" kern="0" dirty="0">
                <a:solidFill>
                  <a:srgbClr val="A1A1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기계식 무브먼트의 영원한 장인정신과 디지털 시대의 헤리티지 보존</a:t>
            </a:r>
            <a:endParaRPr lang="en-US" sz="1260" dirty="0"/>
          </a:p>
        </p:txBody>
      </p:sp>
      <p:sp>
        <p:nvSpPr>
          <p:cNvPr id="6" name="Shape 4"/>
          <p:cNvSpPr/>
          <p:nvPr/>
        </p:nvSpPr>
        <p:spPr>
          <a:xfrm>
            <a:off x="666780" y="6025622"/>
            <a:ext cx="10858500" cy="9510"/>
          </a:xfrm>
          <a:prstGeom prst="rect">
            <a:avLst/>
          </a:prstGeom>
          <a:solidFill>
            <a:srgbClr val="E5C07B">
              <a:alpha val="2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7670" y="6205576"/>
            <a:ext cx="24144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43" kern="0" dirty="0">
                <a:solidFill>
                  <a:srgbClr val="717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SWISS HANDMADE • LIMITED 500 PIECES / YEAR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14868" y="6185642"/>
            <a:ext cx="108969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-43" kern="0" dirty="0">
                <a:solidFill>
                  <a:srgbClr val="E5C0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ESTABLISHED 1846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7670" y="474756"/>
            <a:ext cx="11746200" cy="29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9"/>
              </a:lnSpc>
              <a:buNone/>
            </a:pPr>
            <a:r>
              <a:rPr lang="en-US" sz="1566" b="1" spc="313" kern="0" dirty="0">
                <a:solidFill>
                  <a:srgbClr val="E5C0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PHILOSOPHIE &amp; SAVOIR-FAIRE</a:t>
            </a:r>
            <a:endParaRPr lang="en-US" sz="1566" dirty="0"/>
          </a:p>
        </p:txBody>
      </p:sp>
      <p:sp>
        <p:nvSpPr>
          <p:cNvPr id="3" name="Shape 1"/>
          <p:cNvSpPr/>
          <p:nvPr/>
        </p:nvSpPr>
        <p:spPr>
          <a:xfrm>
            <a:off x="666780" y="926836"/>
            <a:ext cx="10858500" cy="9510"/>
          </a:xfrm>
          <a:prstGeom prst="rect">
            <a:avLst/>
          </a:prstGeom>
          <a:solidFill>
            <a:srgbClr val="E5C07B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7670" y="1754002"/>
            <a:ext cx="6278819" cy="344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32"/>
              </a:lnSpc>
              <a:buNone/>
            </a:pPr>
            <a:r>
              <a:rPr lang="en-US" sz="4024" i="1" spc="-43" kern="0" dirty="0">
                <a:solidFill>
                  <a:srgbClr val="F8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“우리는 단순히 시간을 측정하는 도구를 만드는 것이 아니라, 세대를 넘어 이어질 예술적 영혼을 조각합니다.”</a:t>
            </a:r>
            <a:endParaRPr lang="en-US" sz="4024" dirty="0"/>
          </a:p>
        </p:txBody>
      </p:sp>
      <p:sp>
        <p:nvSpPr>
          <p:cNvPr id="5" name="Text 3"/>
          <p:cNvSpPr txBox="1"/>
          <p:nvPr/>
        </p:nvSpPr>
        <p:spPr>
          <a:xfrm>
            <a:off x="647670" y="5356647"/>
            <a:ext cx="675897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spc="-43" kern="0" dirty="0">
                <a:solidFill>
                  <a:srgbClr val="E5C0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Master Watchmaker, Atelier Genève</a:t>
            </a:r>
            <a:endParaRPr lang="en-US" sz="960" dirty="0"/>
          </a:p>
        </p:txBody>
      </p:sp>
      <p:sp>
        <p:nvSpPr>
          <p:cNvPr id="6" name="Shape 4"/>
          <p:cNvSpPr/>
          <p:nvPr/>
        </p:nvSpPr>
        <p:spPr>
          <a:xfrm>
            <a:off x="7364669" y="3205704"/>
            <a:ext cx="9510" cy="894466"/>
          </a:xfrm>
          <a:prstGeom prst="rect">
            <a:avLst/>
          </a:prstGeom>
          <a:solidFill>
            <a:srgbClr val="E5C07B">
              <a:alpha val="2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59929" y="3204423"/>
            <a:ext cx="41730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b="1" spc="86" kern="0" dirty="0">
                <a:solidFill>
                  <a:srgbClr val="E5C0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100% HAND FINISHING</a:t>
            </a:r>
            <a:endParaRPr lang="en-US" sz="864" dirty="0"/>
          </a:p>
        </p:txBody>
      </p:sp>
      <p:sp>
        <p:nvSpPr>
          <p:cNvPr id="8" name="Text 6"/>
          <p:cNvSpPr txBox="1"/>
          <p:nvPr/>
        </p:nvSpPr>
        <p:spPr>
          <a:xfrm>
            <a:off x="7659929" y="3381268"/>
            <a:ext cx="4173047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984" spc="-43" kern="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앵글라주와 꼬뜨 드 제네바 패턴을 장인이 수작업 가공</a:t>
            </a:r>
            <a:endParaRPr lang="en-US" sz="984" dirty="0"/>
          </a:p>
        </p:txBody>
      </p:sp>
      <p:sp>
        <p:nvSpPr>
          <p:cNvPr id="9" name="Text 7"/>
          <p:cNvSpPr txBox="1"/>
          <p:nvPr/>
        </p:nvSpPr>
        <p:spPr>
          <a:xfrm>
            <a:off x="7659929" y="3727917"/>
            <a:ext cx="41730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b="1" spc="86" kern="0" dirty="0">
                <a:solidFill>
                  <a:srgbClr val="E5C0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ON-CHAIN CERTIFICATE</a:t>
            </a:r>
            <a:endParaRPr lang="en-US" sz="864" dirty="0"/>
          </a:p>
        </p:txBody>
      </p:sp>
      <p:sp>
        <p:nvSpPr>
          <p:cNvPr id="10" name="Text 8"/>
          <p:cNvSpPr txBox="1"/>
          <p:nvPr/>
        </p:nvSpPr>
        <p:spPr>
          <a:xfrm>
            <a:off x="7659929" y="3904671"/>
            <a:ext cx="4173047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984" spc="-43" kern="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영구 소유권 및 오버홀 이력을 분산 원장에 암호화 보증</a:t>
            </a:r>
            <a:endParaRPr lang="en-US" sz="984" dirty="0"/>
          </a:p>
        </p:txBody>
      </p:sp>
      <p:sp>
        <p:nvSpPr>
          <p:cNvPr id="11" name="Text 9"/>
          <p:cNvSpPr txBox="1"/>
          <p:nvPr/>
        </p:nvSpPr>
        <p:spPr>
          <a:xfrm>
            <a:off x="647670" y="6215908"/>
            <a:ext cx="117462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43" kern="0" dirty="0">
                <a:solidFill>
                  <a:srgbClr val="8B8B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• FOR PRIVATE VIP COLLECTORS ONLY</a:t>
            </a:r>
            <a:endParaRPr lang="en-US" sz="86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Generated from an audited HTML preview</dc:subject>
  <dc:creator>korean-presentation-skill</dc:creator>
  <cp:lastModifiedBy>korean-presentation-skill</cp:lastModifiedBy>
  <cp:revision>1</cp:revision>
  <dcterms:created xsi:type="dcterms:W3CDTF">2026-09-06T09:53:24Z</dcterms:created>
  <dcterms:modified xsi:type="dcterms:W3CDTF">2026-09-06T09:53:24Z</dcterms:modified>
</cp:coreProperties>
</file>