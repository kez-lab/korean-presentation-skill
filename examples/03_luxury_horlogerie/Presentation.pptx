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180년 브랜드 유산과 디지털 고객 경험의 융합 전략을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Pillars
note: [핵심 가치] 장인정신, 영구 보증, 프라이빗 살롱의 3대 가치를 계승합니다.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Big Stats
note: [지표] 96.4%의 재구매율과 180년의 무브먼트 역사를 보유하고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Closing
note: [마무리] 경청해 주셔서 감사합니다. 메종의 미래에 대한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2026-08-23T13:29:54Z</dcterms:created>
  <dcterms:modified xsi:type="dcterms:W3CDTF">2026-08-23T13:29:54Z</dcterms:modified>
</cp:coreProperties>
</file>