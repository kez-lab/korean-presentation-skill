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Haute Minimal Cover
note: 180년 전통의 제네바 워치메이킹 메종의 헤리티지 키노트입니다.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Asymmetric Editorial Quote &amp; 2 Columns
note: 수작업 피니싱과 디지털 보증서의 조화를 강조하는 에디토리얼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2026-08-23T13:55:53Z</dcterms:created>
  <dcterms:modified xsi:type="dcterms:W3CDTF">2026-08-23T13:55:53Z</dcterms:modified>
</cp:coreProperties>
</file>