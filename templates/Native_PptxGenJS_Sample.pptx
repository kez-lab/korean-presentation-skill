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아키텍처 도입 전/후 정량 지표 비교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 ViewModel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테스트 시간(ms)</c:v>
                  </c:pt>
                  <c:pt idx="1">
                    <c:v>회귀 버그(건)</c:v>
                  </c:pt>
                  <c:pt idx="2">
                    <c:v>상태 파편화(개)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</c:v>
                </c:pt>
                <c:pt idx="1">
                  <c:v>24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Afsm FSM 도입</c:v>
                </c:pt>
              </c:strCache>
            </c:strRef>
          </c:tx>
          <c:spPr>
            <a:solidFill>
              <a:srgbClr val="00F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테스트 시간(ms)</c:v>
                  </c:pt>
                  <c:pt idx="1">
                    <c:v>회귀 버그(건)</c:v>
                  </c:pt>
                  <c:pt idx="2">
                    <c:v>상태 파편화(개)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오늘 발표를 맡은 안드로이드 아키텍처 팀 홍길동입니다. 오늘은 ViewModel 상태 관리의 한계를 극복하는 Afsm 프레임워크를 소개해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슬라이드에서는 Afsm 도입으로 인한 정량적 성과를 네이티브 차트로 보여드립니다. 테스트 속도가 0ms로 단축되었습니다.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0FF"/>
                </a:solidFill>
              </a:rPr>
              <a:t>ANDROID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ViewModel에 흩어진 화면 흐름을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머신(FSM)으로 묶는 Afsm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Boolean 지옥을 넘어 순수 Kotlin으로 구축하는 예측 가능하고 안전한 화면 아키텍처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383280" cy="1005840"/>
          </a:xfrm>
          <a:prstGeom prst="roundRect">
            <a:avLst>
              <a:gd name="adj" fmla="val 13636"/>
            </a:avLst>
          </a:prstGeom>
          <a:solidFill>
            <a:srgbClr val="121826"/>
          </a:solidFill>
          <a:ln w="12700">
            <a:solidFill>
              <a:srgbClr val="2A3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PRESENTER &amp; TEAM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홍길동 • Architecture Lead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4937760"/>
            <a:ext cx="3383280" cy="1005840"/>
          </a:xfrm>
          <a:prstGeom prst="roundRect">
            <a:avLst>
              <a:gd name="adj" fmla="val 13636"/>
            </a:avLst>
          </a:prstGeom>
          <a:solidFill>
            <a:srgbClr val="121826"/>
          </a:solidFill>
          <a:ln w="12700">
            <a:solidFill>
              <a:srgbClr val="2A3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SESSION &amp; DATE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Deep Dive • 2026.08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4937760"/>
            <a:ext cx="3383280" cy="1005840"/>
          </a:xfrm>
          <a:prstGeom prst="roundRect">
            <a:avLst>
              <a:gd name="adj" fmla="val 13636"/>
            </a:avLst>
          </a:prstGeom>
          <a:solidFill>
            <a:srgbClr val="121826"/>
          </a:solidFill>
          <a:ln w="12700">
            <a:solidFill>
              <a:srgbClr val="2A3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REPOSITORY &amp; DOCS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github.com/kez-lab/afsm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엔지니어링 도입 성과 및 벤치마크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121826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92024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CC15"/>
                </a:solidFill>
              </a:rPr>
              <a:t>0 ms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Mock-Free 단위 테스트
</a:t>
            </a:r>
            <a:endParaRPr lang="en-US" sz="3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• Repository Mock 필요 없음
</a:t>
            </a:r>
            <a:endParaRPr lang="en-US" sz="3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• Dispatcher 없이 즉시 전이 검증
</a:t>
            </a:r>
            <a:endParaRPr lang="en-US" sz="3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• CI 빌드 파이프라인 0ms 검증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389120" y="1645920"/>
          <a:ext cx="70408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2026-08-23T13:08:45Z</dcterms:created>
  <dcterms:modified xsi:type="dcterms:W3CDTF">2026-08-23T13:08:45Z</dcterms:modified>
</cp:coreProperties>
</file>