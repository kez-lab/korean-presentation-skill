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Business Strategy Cover
note: [전략 보고 오프닝] 2026년 글로벌 B2B 시장 확대를 위한 사업화 전략과 실행 계획을 보고드립니다.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Business Agenda
note: [목차 보고] 시장 기회 분석부터 재무적 실행 계획까지 4개 핵심 파트로 나누어 보고드립니다.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Business KPI Big Stats
note: [핵심 지표] ARR 1,250만 달러, NRR 142%, 영업이익률 28.4% 달성을 핵심 목표로 설정하였습니다.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GTM Funnel Strategy
note: [GTM 전략] 3단계 퍼널을 통해 PoC 전환율 65%와 계정 확장을 가속화합니다.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Unit Economics &amp; ROI
note: [유닛 이코노믹스] CAC 회수 기간 6.5개월과 LTV/CAC 4.8배 달성으로 높은 수익성을 확보했습니다.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Executive Closing &amp; Action Hub
note: [마무리 보고] 3대 핵심 실행 과제를 요약하며 보고를 마칩니다. 질문해 주시면 답변드리겠습니다. 경청해 주셔서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2026-08-23T12:06:27Z</dcterms:created>
  <dcterms:modified xsi:type="dcterms:W3CDTF">2026-08-23T12:06:27Z</dcterms:modified>
</cp:coreProperties>
</file>