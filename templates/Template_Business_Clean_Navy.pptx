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Business Strategy Cover
note: [전략 보고 오프닝] 2026년 글로벌 B2B 시장 진출을 위한 AI 솔루션 사업화 전략과 실행 계획을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Business KPI Big Stats
note: [성과 지표 설명] ARR 1,250만 달러, NRR 142%, 영업이익률 28.4% 달성을 핵심 KPI로 설정하였습니다.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2026-08-23T07:43:50Z</dcterms:created>
  <dcterms:modified xsi:type="dcterms:W3CDTF">2026-08-23T07:43:50Z</dcterms:modified>
</cp:coreProperties>
</file>