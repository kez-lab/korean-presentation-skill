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Tech Cover Slide
note: [오프닝 멘트] 대규모 트래픽 환경에서 데이터 정합성을 유지하기 위한 이벤트 드라이븐 아키텍처 설계 전략을 공유합니다.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Tech Agenda Slide
note: [목차 안내] 동기 호출의 병목 현상부터 Saga 패턴 분산 트랜잭션 구현까지 단계별로 살펴보겠습니다.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2026-08-23T08:27:04Z</dcterms:created>
  <dcterms:modified xsi:type="dcterms:W3CDTF">2026-08-23T08:27:04Z</dcterms:modified>
</cp:coreProperties>
</file>