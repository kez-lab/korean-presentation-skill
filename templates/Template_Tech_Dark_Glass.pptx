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Tech Hero Cover
note: [오프닝 멘트] 대규모 분산 환경에서 데이터 일관성과 처리량을 극대화하는 아키텍처 패턴을 공유합니다.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 Tech Agenda (Asymmetric Split)
note: [아젠다 안내] 1부 동기 병목 분석부터 4부 프로덕션 튜닝까지 4단계로 진행합니다.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 Problem Statement (3 Cards)
note: [문제점 설명] 동기 호출 기반 마이크로서비스가 겪는 3대 치명적 병목을 설명합니다.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4. Architecture &amp; Pipeline (Horizontal Flow + Roles)
note: [아키텍처 파이프라인] Outbox 패턴과 Saga 엔진의 유기적 상호작용을 설명합니다.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5. Benchmark Performance Stats (Big Stats)
note: [성능 벤치마크] 초당 12만 TPS, P99 18ms, 99.99% 가용성 검증 결과를 발표합니다.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6. Executive Closing &amp; Q&amp;A Hub
note: [마무리 멘트] 3가지 핵심 아키텍처 원칙과 GitHub 저장소 링크를 안내하며 세션을 마칩니다. 질문을 환영합니다. 감사합니다.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2026-08-23T12:06:18Z</dcterms:created>
  <dcterms:modified xsi:type="dcterms:W3CDTF">2026-08-23T12:06:18Z</dcterms:modified>
</cp:coreProperties>
</file>