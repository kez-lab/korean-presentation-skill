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Pitch Cover Slide
note: [피치 오프닝] 개발자의 업무 생산성을 10배 이상 끌어올리는 차세대 AI 에이전트 플랫폼을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Pitch Deck Outline
note: [아젠다 피치] 문제 정의부터 제품 솔루션, 폭발적 성장 트랙션, 투자 제안까지 설명하겠습니다.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Pitch Traction &amp; Market Size
note: [트랙션 피치] 현재 350개 이상의 B2B 고객사와 월 45만 달러 MRR을 달성하며 폭발적으로 성장하고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Product Paradigm Shift
note: [제품 비전] 단순 자동 완성을 넘어 기획부터 배포까지 스스로 수행하는 자율형 엔지니어링 군단입니다.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Business Model &amp; Growth Flywheel
note: [비즈니스 모델] 시트당 구독과 토큰 종량제의 결합으로 155% NRR을 기록하고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Pitch Closing &amp; Investment Ask Hub
note: [피치 마무리] 500만 달러 Series A 투자를 통해 글로벌 1위 플랫폼으로 도약하겠습니다. 투자자 여러분의 질문을 환영합니다.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2026-08-23T12:01:40Z</dcterms:created>
  <dcterms:modified xsi:type="dcterms:W3CDTF">2026-08-23T12:01:40Z</dcterms:modified>
</cp:coreProperties>
</file>