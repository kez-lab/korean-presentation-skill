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Pitch Cover Slide
note: [피치 오프닝] 개발자의 업무 생산성을 10배 이상 끌어올리는 차세대 AI 에이전트 플랫폼을 소개합니다.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Pitch Traction &amp; Market Size
note: [트랙션 발표] 현재 350개 이상의 B2B 고객사와 월 45만 달러 MRR을 달성하며 거대한 시장을 선점하고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2026-08-23T08:27:31Z</dcterms:created>
  <dcterms:modified xsi:type="dcterms:W3CDTF">2026-08-23T08:27:31Z</dcterms:modified>
</cp:coreProperties>
</file>