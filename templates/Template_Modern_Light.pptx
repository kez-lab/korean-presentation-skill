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Academic &amp; Research Cover Slide
note: [학술 발표 오프닝] 모바일 온디바이스 환경에서 소형 언어 모델의 추론 성능을 극대화하기 위한 연구 결과를 발표합니다.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Academic Agenda
note: [아젠다 발표] 연구 배경부터 경량화 기법, 벤치마크 검증까지 순서대로 발표하겠습니다.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Experimental Results (3 Cards)
note: [연구 성과] 추론 속도, 메모리 절감, 한국어 정확도 3개 지표를 모두 충족했습니다.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Optimization Pipeline
note: [파이프라인] AWQ, KV Pruning, NPU 가속의 3단계 파이프라인 구조를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Comparative Evaluation Matrix
note: [비교 평가] 처리 지연시간 68% 단축과 메모리 66% 절감의 뛰어난 정량적 성과를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Academic Closing &amp; Q&amp;A Hub
note: [마무리 발표] 연구 결론을 요약하고 오픈소스 저장소를 안내합니다. 질문해 주시면 성실히 답변드리겠습니다.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2026-08-23T12:01:32Z</dcterms:created>
  <dcterms:modified xsi:type="dcterms:W3CDTF">2026-08-23T12:01:32Z</dcterms:modified>
</cp:coreProperties>
</file>