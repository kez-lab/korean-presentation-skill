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Academic &amp; Research Cover Slide
note: [학술 발표 오프닝] 모바일 온디바이스 환경에서 소형 언어 모델의 추론 성능을 극대화하기 위한 연구 결과를 발표합니다.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Research Findings 3 Cards
note: [성과 발표] 지연시간 단축, 메모리 최적화, 한국어 평가 점수 3개 핵심 지표를 성공적으로 달성했습니다.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2026-08-23T11:52:00Z</dcterms:created>
  <dcterms:modified xsi:type="dcterms:W3CDTF">2026-08-23T11:52:00Z</dcterms:modified>
</cp:coreProperties>
</file>